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</p:sldIdLst>
  <p:sldSz cx="12193588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默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4CE2C76-018D-4145-9E46-63918A0180D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默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8FA9DE9-38F2-47C8-BEA5-0BF2EDC74C6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zh-CN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单击以编辑标题文本格式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点击以编辑提纲文本格式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第二提纲级别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第三提纲级别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第四提纲级别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第五提纲级别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第六提纲级别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第七提纲级别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091EECCC-9010-4597-97DE-250F82E5E970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&lt;编号&gt;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bg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1a2b3c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cover_t"/>
          <p:cNvSpPr txBox="1"/>
          <p:nvPr/>
        </p:nvSpPr>
        <p:spPr>
          <a:xfrm>
            <a:off x="1080000" y="2160000"/>
            <a:ext cx="10008000" cy="759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just"/>
            <a:r>
              <a:rPr b="1" lang="en-US" sz="4000" strike="noStrike" u="none">
                <a:solidFill>
                  <a:srgbClr val="ffffff"/>
                </a:solidFill>
                <a:effectLst/>
                <a:uFillTx/>
                <a:latin typeface="Microsoft YaHei"/>
              </a:rPr>
              <a:t>PPT Generate Agent</a:t>
            </a:r>
            <a:endParaRPr b="1" lang="en-US" sz="4000" strike="noStrike" u="none">
              <a:solidFill>
                <a:srgbClr val="ffffff"/>
              </a:solidFill>
              <a:effectLst/>
              <a:uFillTx/>
              <a:latin typeface="Microsoft YaHei"/>
              <a:ea typeface="Microsoft YaHei"/>
            </a:endParaRPr>
          </a:p>
        </p:txBody>
      </p:sp>
      <p:sp>
        <p:nvSpPr>
          <p:cNvPr id="11" name="cover_s"/>
          <p:cNvSpPr txBox="1"/>
          <p:nvPr/>
        </p:nvSpPr>
        <p:spPr>
          <a:xfrm>
            <a:off x="1080000" y="3600000"/>
            <a:ext cx="10008000" cy="527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just"/>
            <a:r>
              <a:rPr b="0" lang="en-US" sz="1600" strike="noStrike" u="none">
                <a:solidFill>
                  <a:srgbClr val="c9a66b"/>
                </a:solidFill>
                <a:effectLst/>
                <a:uFillTx/>
                <a:latin typeface="Microsoft YaHei"/>
              </a:rPr>
              <a:t>LibreOffice MCP · </a:t>
            </a:r>
            <a:r>
              <a:rPr b="0" lang="zh-CN" sz="1600" strike="noStrike" u="none">
                <a:solidFill>
                  <a:srgbClr val="c9a66b"/>
                </a:solidFill>
                <a:effectLst/>
                <a:uFillTx/>
                <a:latin typeface="Microsoft YaHei"/>
              </a:rPr>
              <a:t>动效演示</a:t>
            </a:r>
            <a:endParaRPr b="0" lang="en-US" sz="1600" strike="noStrike" u="none">
              <a:solidFill>
                <a:srgbClr val="c9a66b"/>
              </a:solidFill>
              <a:effectLst/>
              <a:uFillTx/>
              <a:latin typeface="Microsoft YaHei"/>
              <a:ea typeface="Microsoft YaHei"/>
            </a:endParaRPr>
          </a:p>
        </p:txBody>
      </p:sp>
    </p:spTree>
  </p:cSld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800" nodeType="clickEffect" fill="hold" presetClass="entr" presetID="2" presetSubtype="8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200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500" nodeType="afterEffect" fill="hold" presetClass="entr" presetID="1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h1"/>
          <p:cNvSpPr txBox="1"/>
          <p:nvPr/>
        </p:nvSpPr>
        <p:spPr>
          <a:xfrm>
            <a:off x="900000" y="540000"/>
            <a:ext cx="7200000" cy="527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2600" strike="noStrike" u="none">
                <a:solidFill>
                  <a:srgbClr val="1a2b3c"/>
                </a:solidFill>
                <a:effectLst/>
                <a:uFillTx/>
                <a:latin typeface="Microsoft YaHei"/>
              </a:rPr>
              <a:t>核心能力</a:t>
            </a:r>
            <a:endParaRPr b="1" lang="en-US" sz="2600" strike="noStrike" u="none">
              <a:solidFill>
                <a:srgbClr val="1a2b3c"/>
              </a:solidFill>
              <a:effectLst/>
              <a:uFillTx/>
              <a:latin typeface="Microsoft YaHei"/>
              <a:ea typeface="Microsoft YaHei"/>
            </a:endParaRPr>
          </a:p>
        </p:txBody>
      </p:sp>
      <p:sp>
        <p:nvSpPr>
          <p:cNvPr id="13" name="hr1"/>
          <p:cNvSpPr/>
          <p:nvPr/>
        </p:nvSpPr>
        <p:spPr>
          <a:xfrm>
            <a:off x="900000" y="1512000"/>
            <a:ext cx="10368000" cy="0"/>
          </a:xfrm>
          <a:prstGeom prst="line">
            <a:avLst/>
          </a:prstGeom>
          <a:ln w="43200">
            <a:solidFill>
              <a:srgbClr val="c9a6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1600" rIns="111600" tIns="-66600" bIns="-666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b0"/>
          <p:cNvSpPr txBox="1"/>
          <p:nvPr/>
        </p:nvSpPr>
        <p:spPr>
          <a:xfrm>
            <a:off x="1080000" y="2088000"/>
            <a:ext cx="10080000" cy="527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400" strike="noStrike" u="none">
                <a:solidFill>
                  <a:srgbClr val="1a2b3c"/>
                </a:solidFill>
                <a:effectLst/>
                <a:uFillTx/>
                <a:latin typeface="Microsoft YaHei"/>
              </a:rPr>
              <a:t>• 真实 </a:t>
            </a:r>
            <a:r>
              <a:rPr b="0" lang="en-US" sz="1400" strike="noStrike" u="none">
                <a:solidFill>
                  <a:srgbClr val="1a2b3c"/>
                </a:solidFill>
                <a:effectLst/>
                <a:uFillTx/>
                <a:latin typeface="Microsoft YaHei"/>
              </a:rPr>
              <a:t>PowerPoint </a:t>
            </a:r>
            <a:r>
              <a:rPr b="0" lang="zh-CN" sz="1400" strike="noStrike" u="none">
                <a:solidFill>
                  <a:srgbClr val="1a2b3c"/>
                </a:solidFill>
                <a:effectLst/>
                <a:uFillTx/>
                <a:latin typeface="Microsoft YaHei"/>
              </a:rPr>
              <a:t>动画</a:t>
            </a:r>
            <a:r>
              <a:rPr b="0" lang="en-US" sz="1400" strike="noStrike" u="none">
                <a:solidFill>
                  <a:srgbClr val="1a2b3c"/>
                </a:solidFill>
                <a:effectLst/>
                <a:uFillTx/>
                <a:latin typeface="Microsoft YaHei"/>
              </a:rPr>
              <a:t>: presetID </a:t>
            </a:r>
            <a:r>
              <a:rPr b="0" lang="zh-CN" sz="1400" strike="noStrike" u="none">
                <a:solidFill>
                  <a:srgbClr val="1a2b3c"/>
                </a:solidFill>
                <a:effectLst/>
                <a:uFillTx/>
                <a:latin typeface="Microsoft YaHei"/>
              </a:rPr>
              <a:t>元数据直出</a:t>
            </a:r>
            <a:endParaRPr b="0" lang="en-US" sz="1400" strike="noStrike" u="none">
              <a:solidFill>
                <a:srgbClr val="1a2b3c"/>
              </a:solidFill>
              <a:effectLst/>
              <a:uFillTx/>
              <a:latin typeface="Microsoft YaHei"/>
              <a:ea typeface="Microsoft YaHei"/>
            </a:endParaRPr>
          </a:p>
        </p:txBody>
      </p:sp>
      <p:sp>
        <p:nvSpPr>
          <p:cNvPr id="15" name="b1"/>
          <p:cNvSpPr txBox="1"/>
          <p:nvPr/>
        </p:nvSpPr>
        <p:spPr>
          <a:xfrm>
            <a:off x="1080000" y="2736000"/>
            <a:ext cx="10080000" cy="527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400" strike="noStrike" u="none">
                <a:solidFill>
                  <a:srgbClr val="1a2b3c"/>
                </a:solidFill>
                <a:effectLst/>
                <a:uFillTx/>
                <a:latin typeface="Microsoft YaHei"/>
              </a:rPr>
              <a:t>• 渲染自查闭环</a:t>
            </a:r>
            <a:r>
              <a:rPr b="0" lang="en-US" sz="1400" strike="noStrike" u="none">
                <a:solidFill>
                  <a:srgbClr val="1a2b3c"/>
                </a:solidFill>
                <a:effectLst/>
                <a:uFillTx/>
                <a:latin typeface="Microsoft YaHei"/>
              </a:rPr>
              <a:t>: render_slide → </a:t>
            </a:r>
            <a:r>
              <a:rPr b="0" lang="zh-CN" sz="1400" strike="noStrike" u="none">
                <a:solidFill>
                  <a:srgbClr val="1a2b3c"/>
                </a:solidFill>
                <a:effectLst/>
                <a:uFillTx/>
                <a:latin typeface="Microsoft YaHei"/>
              </a:rPr>
              <a:t>看图 → 修正</a:t>
            </a:r>
            <a:endParaRPr b="0" lang="en-US" sz="1400" strike="noStrike" u="none">
              <a:solidFill>
                <a:srgbClr val="1a2b3c"/>
              </a:solidFill>
              <a:effectLst/>
              <a:uFillTx/>
              <a:latin typeface="Microsoft YaHei"/>
              <a:ea typeface="Microsoft YaHei"/>
            </a:endParaRPr>
          </a:p>
        </p:txBody>
      </p:sp>
      <p:sp>
        <p:nvSpPr>
          <p:cNvPr id="16" name="b2"/>
          <p:cNvSpPr txBox="1"/>
          <p:nvPr/>
        </p:nvSpPr>
        <p:spPr>
          <a:xfrm>
            <a:off x="1080000" y="3384000"/>
            <a:ext cx="10080000" cy="527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400" strike="noStrike" u="none">
                <a:solidFill>
                  <a:srgbClr val="1a2b3c"/>
                </a:solidFill>
                <a:effectLst/>
                <a:uFillTx/>
                <a:latin typeface="Microsoft YaHei"/>
              </a:rPr>
              <a:t>• 全部原子操作</a:t>
            </a:r>
            <a:r>
              <a:rPr b="0" lang="en-US" sz="1400" strike="noStrike" u="none">
                <a:solidFill>
                  <a:srgbClr val="1a2b3c"/>
                </a:solidFill>
                <a:effectLst/>
                <a:uFillTx/>
                <a:latin typeface="Microsoft YaHei"/>
              </a:rPr>
              <a:t>: </a:t>
            </a:r>
            <a:r>
              <a:rPr b="0" lang="zh-CN" sz="1400" strike="noStrike" u="none">
                <a:solidFill>
                  <a:srgbClr val="1a2b3c"/>
                </a:solidFill>
                <a:effectLst/>
                <a:uFillTx/>
                <a:latin typeface="Microsoft YaHei"/>
              </a:rPr>
              <a:t>文本</a:t>
            </a:r>
            <a:r>
              <a:rPr b="0" lang="en-US" sz="1400" strike="noStrike" u="none">
                <a:solidFill>
                  <a:srgbClr val="1a2b3c"/>
                </a:solidFill>
                <a:effectLst/>
                <a:uFillTx/>
                <a:latin typeface="Microsoft YaHei"/>
              </a:rPr>
              <a:t>/</a:t>
            </a:r>
            <a:r>
              <a:rPr b="0" lang="zh-CN" sz="1400" strike="noStrike" u="none">
                <a:solidFill>
                  <a:srgbClr val="1a2b3c"/>
                </a:solidFill>
                <a:effectLst/>
                <a:uFillTx/>
                <a:latin typeface="Microsoft YaHei"/>
              </a:rPr>
              <a:t>形状</a:t>
            </a:r>
            <a:r>
              <a:rPr b="0" lang="en-US" sz="1400" strike="noStrike" u="none">
                <a:solidFill>
                  <a:srgbClr val="1a2b3c"/>
                </a:solidFill>
                <a:effectLst/>
                <a:uFillTx/>
                <a:latin typeface="Microsoft YaHei"/>
              </a:rPr>
              <a:t>/</a:t>
            </a:r>
            <a:r>
              <a:rPr b="0" lang="zh-CN" sz="1400" strike="noStrike" u="none">
                <a:solidFill>
                  <a:srgbClr val="1a2b3c"/>
                </a:solidFill>
                <a:effectLst/>
                <a:uFillTx/>
                <a:latin typeface="Microsoft YaHei"/>
              </a:rPr>
              <a:t>表格</a:t>
            </a:r>
            <a:r>
              <a:rPr b="0" lang="en-US" sz="1400" strike="noStrike" u="none">
                <a:solidFill>
                  <a:srgbClr val="1a2b3c"/>
                </a:solidFill>
                <a:effectLst/>
                <a:uFillTx/>
                <a:latin typeface="Microsoft YaHei"/>
              </a:rPr>
              <a:t>/</a:t>
            </a:r>
            <a:r>
              <a:rPr b="0" lang="zh-CN" sz="1400" strike="noStrike" u="none">
                <a:solidFill>
                  <a:srgbClr val="1a2b3c"/>
                </a:solidFill>
                <a:effectLst/>
                <a:uFillTx/>
                <a:latin typeface="Microsoft YaHei"/>
              </a:rPr>
              <a:t>图片</a:t>
            </a:r>
            <a:r>
              <a:rPr b="0" lang="en-US" sz="1400" strike="noStrike" u="none">
                <a:solidFill>
                  <a:srgbClr val="1a2b3c"/>
                </a:solidFill>
                <a:effectLst/>
                <a:uFillTx/>
                <a:latin typeface="Microsoft YaHei"/>
              </a:rPr>
              <a:t>/</a:t>
            </a:r>
            <a:r>
              <a:rPr b="0" lang="zh-CN" sz="1400" strike="noStrike" u="none">
                <a:solidFill>
                  <a:srgbClr val="1a2b3c"/>
                </a:solidFill>
                <a:effectLst/>
                <a:uFillTx/>
                <a:latin typeface="Microsoft YaHei"/>
              </a:rPr>
              <a:t>切换</a:t>
            </a:r>
            <a:endParaRPr b="0" lang="en-US" sz="1400" strike="noStrike" u="none">
              <a:solidFill>
                <a:srgbClr val="1a2b3c"/>
              </a:solidFill>
              <a:effectLst/>
              <a:uFillTx/>
              <a:latin typeface="Microsoft YaHei"/>
              <a:ea typeface="Microsoft YaHei"/>
            </a:endParaRPr>
          </a:p>
        </p:txBody>
      </p:sp>
      <p:graphicFrame>
        <p:nvGraphicFramePr>
          <p:cNvPr id="17" name="tbl"/>
          <p:cNvGraphicFramePr/>
          <p:nvPr/>
        </p:nvGraphicFramePr>
        <p:xfrm>
          <a:off x="1080000" y="4500000"/>
          <a:ext cx="6480000" cy="1440000"/>
        </p:xfrm>
        <a:graphic>
          <a:graphicData uri="http://schemas.openxmlformats.org/drawingml/2006/table">
            <a:tbl>
              <a:tblPr/>
              <a:tblGrid>
                <a:gridCol w="6480000"/>
              </a:tblGrid>
              <a:tr h="1440000"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1" lang="zh-CN" sz="11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Microsoft YaHei"/>
                        </a:rPr>
                        <a:t>效果</a:t>
                      </a:r>
                      <a:endParaRPr b="1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Microsoft YaHei"/>
                        <a:ea typeface="Microsoft YaHei"/>
                      </a:endParaRPr>
                    </a:p>
                  </a:txBody>
                  <a:tcPr anchor="t" marL="90000" marR="90000">
                    <a:lnL w="18720">
                      <a:solidFill>
                        <a:srgbClr val="bbbbbb"/>
                      </a:solidFill>
                      <a:prstDash val="solid"/>
                    </a:lnL>
                    <a:lnR w="18720">
                      <a:solidFill>
                        <a:srgbClr val="bbbbbb"/>
                      </a:solidFill>
                      <a:prstDash val="solid"/>
                    </a:lnR>
                    <a:lnT w="18720">
                      <a:solidFill>
                        <a:srgbClr val="bbbbbb"/>
                      </a:solidFill>
                      <a:prstDash val="solid"/>
                    </a:lnT>
                    <a:lnB w="18720">
                      <a:solidFill>
                        <a:srgbClr val="bbbbbb"/>
                      </a:solidFill>
                      <a:prstDash val="solid"/>
                    </a:lnB>
                    <a:solidFill>
                      <a:srgbClr val="2b4c6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med" p14:dur="600">
        <p:push dir="l"/>
      </p:transition>
    </mc:Choice>
    <mc:Fallback>
      <p:transition spd="med">
        <p:push dir="l"/>
      </p:transition>
    </mc:Fallback>
  </mc:AlternateContent>
  <p:timing>
    <p:tnLst>
      <p:par>
        <p:cTn id="9" dur="indefinite" restart="never" nodeType="tmRoot">
          <p:childTnLst>
            <p:seq>
              <p:cTn id="10" dur="indefinite" nodeType="mainSeq">
                <p:childTnLst>
                  <p:par>
                    <p:cTn id="11" fill="hold"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" dur="500" nodeType="clickEffect" fill="hold" presetClass="entr" presetID="12" presetSubtype="8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10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500" nodeType="afterEffect" fill="hold" presetClass="entr" presetID="12" presetSubtype="8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10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9" dur="500" nodeType="afterEffect" fill="hold" presetClass="entr" presetID="12" presetSubtype="8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2" dur="500" nodeType="afterEffect" fill="hold" presetClass="entr" presetID="1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nd"/>
          <p:cNvSpPr txBox="1"/>
          <p:nvPr/>
        </p:nvSpPr>
        <p:spPr>
          <a:xfrm>
            <a:off x="1080000" y="2700000"/>
            <a:ext cx="10008000" cy="527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just"/>
            <a:r>
              <a:rPr b="1" lang="zh-CN" sz="3200" strike="noStrike" u="none">
                <a:solidFill>
                  <a:srgbClr val="1a2b3c"/>
                </a:solidFill>
                <a:effectLst/>
                <a:uFillTx/>
                <a:latin typeface="Microsoft YaHei"/>
              </a:rPr>
              <a:t>谢谢观看</a:t>
            </a:r>
            <a:endParaRPr b="1" lang="en-US" sz="3200" strike="noStrike" u="none">
              <a:solidFill>
                <a:srgbClr val="1a2b3c"/>
              </a:solidFill>
              <a:effectLst/>
              <a:uFillTx/>
              <a:latin typeface="Microsoft YaHei"/>
              <a:ea typeface="Microsoft YaHei"/>
            </a:endParaRPr>
          </a:p>
        </p:txBody>
      </p:sp>
    </p:spTree>
  </p:cSld>
  <mc:AlternateContent>
    <mc:Choice Requires="p14">
      <p:transition spd="slow" p14:dur="2000">
        <p:dissolve/>
      </p:transition>
    </mc:Choice>
    <mc:Fallback>
      <p:transition spd="slow">
        <p:dissolve/>
      </p:transition>
    </mc:Fallback>
  </mc:AlternateContent>
  <p:timing>
    <p:tnLst>
      <p:par>
        <p:cTn id="23" dur="indefinite" restart="never" nodeType="tmRoot">
          <p:childTnLst>
            <p:seq>
              <p:cTn id="24" dur="indefinite" nodeType="mainSeq">
                <p:childTnLst>
                  <p:par>
                    <p:cTn id="25" fill="hold"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7" dur="800" nodeType="clickEffect" fill="hold" presetClass="entr" presetID="23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LibreOffice/25.2.2.2$Windows_X86_64 LibreOffice_project/7370d4be9e3cf6031a51beef54ff3bda878e3fac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zh-CN</dc:language>
  <cp:lastModifiedBy/>
  <dcterms:modified xsi:type="dcterms:W3CDTF">2026-09-05T23:56:32Z</dcterms:modified>
  <cp:revision>1</cp:revision>
  <dc:subject/>
  <dc:title/>
</cp:coreProperties>
</file>